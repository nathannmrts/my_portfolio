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86670"/>
            <a:ext cx="69756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Kit du Technicien Réseau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3561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kit professionnel, structuré et évolutif — conçu pour diagnostiquer, sréparer et sécuriser efficacement chaque intervention terrain.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4916567"/>
            <a:ext cx="2887861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6416278" y="4984552"/>
            <a:ext cx="261568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 TECHNICIEN RÉSEAU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5235" y="515422"/>
            <a:ext cx="4630341" cy="578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Pourquoi ce projet ?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235" y="1491139"/>
            <a:ext cx="8148757" cy="45480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33334" y="3226713"/>
            <a:ext cx="4179332" cy="1076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technicien réseau intervient dans des contextes variés et imprévisibles. Disposer d'un kit structuré, portable et exhaustif est une nécessité professionnelle.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925235" y="6379488"/>
            <a:ext cx="6314361" cy="1334572"/>
          </a:xfrm>
          <a:prstGeom prst="roundRect">
            <a:avLst>
              <a:gd name="adj" fmla="val 822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02375" y="6379488"/>
            <a:ext cx="91440" cy="1334572"/>
          </a:xfrm>
          <a:prstGeom prst="roundRect">
            <a:avLst>
              <a:gd name="adj" fmla="val 85073"/>
            </a:avLst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1201817" y="6587490"/>
            <a:ext cx="2315170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Problème identifié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01817" y="6967657"/>
            <a:ext cx="5829776" cy="538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kits existants sont soit trop généralistes, soit trop coûteux, soit mal adaptés aux réalités terrain.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390805" y="6379488"/>
            <a:ext cx="6314361" cy="1334572"/>
          </a:xfrm>
          <a:prstGeom prst="roundRect">
            <a:avLst>
              <a:gd name="adj" fmla="val 822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67945" y="6379488"/>
            <a:ext cx="91440" cy="1334572"/>
          </a:xfrm>
          <a:prstGeom prst="roundRect">
            <a:avLst>
              <a:gd name="adj" fmla="val 85073"/>
            </a:avLst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7667387" y="6587490"/>
            <a:ext cx="2315170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Notre approche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667387" y="6967657"/>
            <a:ext cx="5829776" cy="538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Construire un kit sur mesure, documenté, éthique et immédiatement opérationnel.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0219"/>
            <a:ext cx="91463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Comparaison des Kits du Marché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626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de trois références majeures selon quatre critères essentiels.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80680"/>
            <a:ext cx="13042821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58830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462" y="273200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Critère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289108" y="273200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MediCat USB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943" y="273200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Hiren's BootCD PE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802779" y="273200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ITBoost (Commercial)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323861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462" y="338232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Portabilité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289108" y="338232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Clé USB bootable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943" y="338232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ISO/USB légère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802779" y="338232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Cloud-dépendant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388893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28462" y="403264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Coût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289108" y="403264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Gratuit (open source)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943" y="403264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Gratuit (open source)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802779" y="403264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💲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Abonnement mensuel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453925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462" y="468296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Exhaustivité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289108" y="4682966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Très complet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545943" y="4682966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Ciblé Windows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0802779" y="468296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Gestion de parc ITSM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801410" y="518957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28462" y="533328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Personnalisation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4289108" y="5333286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Modulable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545943" y="5333286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Limitée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10802779" y="533328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Fermé/propriétaire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793790" y="6102668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C7C9EA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446758"/>
            <a:ext cx="283488" cy="22681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530906" y="6386155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Synthèse 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Hiren's excelle pour la rapidité de boot, MediCat pour l'exhaustivité open source, et ITBoost pour les grandes structures MSP. Notre kit vise le meilleur des trois mondes.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3383"/>
            <a:ext cx="110242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Organisation &amp; Carte Mentale des Outils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515791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Diagnostic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matériels, CPU-Z, CrystalDiskInfo, HWMonitor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515791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Réseau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Scanners IP/ports, Wireshark, Angry IP Scanner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515791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Sécurité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Malwarebytes, RKill, outils NirSoft de récupération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22758"/>
            <a:ext cx="453628" cy="4536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659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Maintenance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93790" y="615029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CCleaner Portable, Autoruns, Process Explorer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893" y="4922758"/>
            <a:ext cx="453628" cy="4536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659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Récupération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35893" y="615029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Recuva, TestDisk, PhotoRec, MiniTool Partition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143" y="647105"/>
            <a:ext cx="9841706" cy="682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10 Utilitaires — Tests en VM (1/2)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64143" y="1749742"/>
            <a:ext cx="6445925" cy="2639854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4623" y="1780222"/>
            <a:ext cx="6384965" cy="654963"/>
          </a:xfrm>
          <a:prstGeom prst="roundRect">
            <a:avLst>
              <a:gd name="adj" fmla="val 8417"/>
            </a:avLst>
          </a:prstGeom>
          <a:solidFill>
            <a:srgbClr val="DADBF1"/>
          </a:solidFill>
          <a:ln/>
        </p:spPr>
      </p:sp>
      <p:sp>
        <p:nvSpPr>
          <p:cNvPr id="5" name="Text 3"/>
          <p:cNvSpPr/>
          <p:nvPr/>
        </p:nvSpPr>
        <p:spPr>
          <a:xfrm>
            <a:off x="3823335" y="1899166"/>
            <a:ext cx="327422" cy="40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12865" y="2645331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Wireshark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12865" y="3112532"/>
            <a:ext cx="5948482" cy="102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Utilité :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Capture et analyse de paquets en temps réel.</a:t>
            </a:r>
            <a:endParaRPr lang="en-US" sz="170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 :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Courbe d'apprentissage élevée, verbeux sur gros réseaux.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20213" y="1749742"/>
            <a:ext cx="6446044" cy="2639854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0693" y="1780222"/>
            <a:ext cx="6385084" cy="654963"/>
          </a:xfrm>
          <a:prstGeom prst="roundRect">
            <a:avLst>
              <a:gd name="adj" fmla="val 8417"/>
            </a:avLst>
          </a:prstGeom>
          <a:solidFill>
            <a:srgbClr val="DADBF1"/>
          </a:solidFill>
          <a:ln/>
        </p:spPr>
      </p:sp>
      <p:sp>
        <p:nvSpPr>
          <p:cNvPr id="10" name="Text 8"/>
          <p:cNvSpPr/>
          <p:nvPr/>
        </p:nvSpPr>
        <p:spPr>
          <a:xfrm>
            <a:off x="10479524" y="1899166"/>
            <a:ext cx="327422" cy="40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668935" y="2645331"/>
            <a:ext cx="2852023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Advanced IP Scanner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668935" y="3112532"/>
            <a:ext cx="5948601" cy="102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Utilité :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Inventaire rapide des hôtes réseau actifs.</a:t>
            </a:r>
            <a:endParaRPr lang="en-US" sz="170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 :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Détection parfois incomplète des équipements Linux.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64143" y="4599742"/>
            <a:ext cx="6445925" cy="2982635"/>
          </a:xfrm>
          <a:prstGeom prst="roundRect">
            <a:avLst>
              <a:gd name="adj" fmla="val 3075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4623" y="4630222"/>
            <a:ext cx="6384965" cy="654963"/>
          </a:xfrm>
          <a:prstGeom prst="roundRect">
            <a:avLst>
              <a:gd name="adj" fmla="val 8417"/>
            </a:avLst>
          </a:prstGeom>
          <a:solidFill>
            <a:srgbClr val="DADBF1"/>
          </a:solidFill>
          <a:ln/>
        </p:spPr>
      </p:sp>
      <p:sp>
        <p:nvSpPr>
          <p:cNvPr id="15" name="Text 13"/>
          <p:cNvSpPr/>
          <p:nvPr/>
        </p:nvSpPr>
        <p:spPr>
          <a:xfrm>
            <a:off x="3823335" y="4749165"/>
            <a:ext cx="327422" cy="40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012865" y="5495330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PuTTY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12865" y="5962531"/>
            <a:ext cx="5948482" cy="137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Utilité :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Client SSH/Telnet portable, indispensable pour accéder aux équipements réseau.</a:t>
            </a:r>
            <a:endParaRPr lang="en-US" sz="170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 :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Interface vieillissante, pas de gestion de session native.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20213" y="4599742"/>
            <a:ext cx="6446044" cy="2982635"/>
          </a:xfrm>
          <a:prstGeom prst="roundRect">
            <a:avLst>
              <a:gd name="adj" fmla="val 3075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0693" y="4630222"/>
            <a:ext cx="6385084" cy="654963"/>
          </a:xfrm>
          <a:prstGeom prst="roundRect">
            <a:avLst>
              <a:gd name="adj" fmla="val 8417"/>
            </a:avLst>
          </a:prstGeom>
          <a:solidFill>
            <a:srgbClr val="DADBF1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9524" y="4749165"/>
            <a:ext cx="327422" cy="40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7668935" y="5495330"/>
            <a:ext cx="4008953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NirSoft WebBrowserPassView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668935" y="5962531"/>
            <a:ext cx="5948601" cy="137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Utilité :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Récupération de credentials en cas de perte d'accès.</a:t>
            </a:r>
            <a:endParaRPr lang="en-US" sz="170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 :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Détecté comme malware par certains antivirus — utilisation encadrée.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1541"/>
            <a:ext cx="103365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10 Utilitaires — Tests en VM (2/2)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05633"/>
            <a:ext cx="3008948" cy="2501622"/>
          </a:xfrm>
          <a:prstGeom prst="roundRect">
            <a:avLst>
              <a:gd name="adj" fmla="val 380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440067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Nmap / Zenmap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021211"/>
            <a:ext cx="25400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de ports avancé. Limite : verbosité, nécessite droits admin.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029551" y="2205633"/>
            <a:ext cx="3008948" cy="2501622"/>
          </a:xfrm>
          <a:prstGeom prst="roundRect">
            <a:avLst>
              <a:gd name="adj" fmla="val 380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63985" y="2440067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CrystalDiskInfo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63985" y="3021211"/>
            <a:ext cx="254007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Santé des disques SMART. Limite : ne supporte pas tous les NVMe.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934069"/>
            <a:ext cx="6244709" cy="1775817"/>
          </a:xfrm>
          <a:prstGeom prst="roundRect">
            <a:avLst>
              <a:gd name="adj" fmla="val 536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224" y="5168503"/>
            <a:ext cx="33021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Autoruns (Sysinternals)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5749647"/>
            <a:ext cx="577584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des démarrages. Limite : nécessite expertise pour interpréter.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599521" y="2205633"/>
            <a:ext cx="3008948" cy="2864525"/>
          </a:xfrm>
          <a:prstGeom prst="roundRect">
            <a:avLst>
              <a:gd name="adj" fmla="val 332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33955" y="2440067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Recuva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33955" y="3021211"/>
            <a:ext cx="254007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Récupération de fichiers supprimés. Limite : inefficace sur disques très fragmentés.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10835283" y="2205633"/>
            <a:ext cx="3008948" cy="2864525"/>
          </a:xfrm>
          <a:prstGeom prst="roundRect">
            <a:avLst>
              <a:gd name="adj" fmla="val 332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69717" y="2440067"/>
            <a:ext cx="2540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HWMonitor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069717" y="3021211"/>
            <a:ext cx="254007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Surveillance température/tension. Limite : pas d'historique en version gratuite.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599521" y="5296972"/>
            <a:ext cx="6244709" cy="1775817"/>
          </a:xfrm>
          <a:prstGeom prst="roundRect">
            <a:avLst>
              <a:gd name="adj" fmla="val 536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33955" y="55314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TreeSize Free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833955" y="6112550"/>
            <a:ext cx="577584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de l'occupation disque. Limite : export limité en version gratuite.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21943" y="1339691"/>
            <a:ext cx="8072914" cy="956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 "God Mode" &amp; Super God Mode Windows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021943" y="2553891"/>
            <a:ext cx="2422208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God Mode — Accès Unifié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021943" y="2895957"/>
            <a:ext cx="3849886" cy="61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Créer un dossier avec ce GUID active un panneau de contrôle unifié donnant accès à tous les paramètres Windows en un seul endroit 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21943" y="3626763"/>
            <a:ext cx="3849886" cy="715804"/>
          </a:xfrm>
          <a:prstGeom prst="roundRect">
            <a:avLst>
              <a:gd name="adj" fmla="val 8978"/>
            </a:avLst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6014323" y="3626763"/>
            <a:ext cx="3865126" cy="715804"/>
          </a:xfrm>
          <a:prstGeom prst="roundRect">
            <a:avLst>
              <a:gd name="adj" fmla="val 3206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205538" y="3779758"/>
            <a:ext cx="3482697" cy="409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GodMode.{ED7BA470-8E54-465E-825C-99712043E01C}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21943" y="4458653"/>
            <a:ext cx="3849886" cy="409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Idéal pour le dépannage rapide sans naviguer dans les menus imbriqués.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252591" y="2553891"/>
            <a:ext cx="3509605" cy="23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Super God Mode — Niveau Granulaire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252591" y="2895957"/>
            <a:ext cx="3849886" cy="61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script disponible sur </a:t>
            </a:r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génère des raccourcis vers </a:t>
            </a:r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de 200 commandes système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organisées par catégorie.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9331" y="5085100"/>
            <a:ext cx="229433" cy="22943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9148" y="5077420"/>
            <a:ext cx="7575709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Accès direct aux stratégies de groupe, pare-feu, pilotes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9331" y="5758041"/>
            <a:ext cx="229433" cy="22943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19148" y="5750362"/>
            <a:ext cx="7575709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Gain de temps significatif lors des interventions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79331" y="6430982"/>
            <a:ext cx="229433" cy="22943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19148" y="6423303"/>
            <a:ext cx="7575709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Fonctionne sur Windows 10 et 11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2272" y="509349"/>
            <a:ext cx="6554986" cy="569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 Kit Personnel Customisé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272" y="1462207"/>
            <a:ext cx="8012192" cy="44718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96425" y="3096101"/>
            <a:ext cx="3526988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Support : Clé USB Ventoy 64 Go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496425" y="3526869"/>
            <a:ext cx="4109204" cy="787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Ventoy permet de déposer plusieurs ISO directement sans reformatage. Structure de l'arborescence 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32272" y="6262926"/>
            <a:ext cx="182047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032272" y="6549390"/>
            <a:ext cx="4091107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8" name="Text 5"/>
          <p:cNvSpPr/>
          <p:nvPr/>
        </p:nvSpPr>
        <p:spPr>
          <a:xfrm>
            <a:off x="1032272" y="6686074"/>
            <a:ext cx="2276356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/ISO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2272" y="7058263"/>
            <a:ext cx="4091107" cy="52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Hiren's BootCD PE, Ubuntu Live, Windows PE personnalisé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69587" y="6262926"/>
            <a:ext cx="182047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269587" y="6549390"/>
            <a:ext cx="4091107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2" name="Text 9"/>
          <p:cNvSpPr/>
          <p:nvPr/>
        </p:nvSpPr>
        <p:spPr>
          <a:xfrm>
            <a:off x="5269587" y="6686074"/>
            <a:ext cx="2276356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/Tools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269587" y="7058263"/>
            <a:ext cx="4091107" cy="52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Portables classés par catégorie (Réseau, Sécu, Diagnostic)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506903" y="6262926"/>
            <a:ext cx="182047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506903" y="6549390"/>
            <a:ext cx="409122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6" name="Text 13"/>
          <p:cNvSpPr/>
          <p:nvPr/>
        </p:nvSpPr>
        <p:spPr>
          <a:xfrm>
            <a:off x="9506903" y="6686074"/>
            <a:ext cx="2276356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/Scripts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9506903" y="7058263"/>
            <a:ext cx="4091226" cy="52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Automatisations Batch &amp; PowerShell, gabarits de rapports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799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Éléments Personnels — La Valeur Ajoutée du Kit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99184"/>
            <a:ext cx="1205984" cy="7453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3262" y="2999184"/>
            <a:ext cx="266914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Scripts Batch &amp; PowerShell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83262" y="3843933"/>
            <a:ext cx="2669143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Automatisation des tâches répétitives : inventaire réseau, vérification de l'état des services, reset DNS, flush cache — exécutables en un clic.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999184"/>
            <a:ext cx="1205984" cy="7453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25364" y="2999184"/>
            <a:ext cx="2669143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Gabarits de Rapports d'Intervention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725364" y="4198263"/>
            <a:ext cx="2669143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Modèles Word/PDF pré-remplis : horodatage, description de panne, actions correctives, recommandations. Conformes aux exigences ITIL et traçabilité client.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999184"/>
            <a:ext cx="1205984" cy="7453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67467" y="2999184"/>
            <a:ext cx="266914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Checklist d'Intervention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1167467" y="3843933"/>
            <a:ext cx="2669143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Séquence de contrôle pré/post intervention pour ne rien oublier, adaptable selon le type de mission (déploiement, dépannage, audit).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22896" y="1625798"/>
            <a:ext cx="6844427" cy="47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Éthique &amp; Déontologie du Technicien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022896" y="2260163"/>
            <a:ext cx="3983712" cy="1803202"/>
          </a:xfrm>
          <a:prstGeom prst="roundRect">
            <a:avLst>
              <a:gd name="adj" fmla="val 35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83749" y="2421017"/>
            <a:ext cx="459819" cy="459819"/>
          </a:xfrm>
          <a:prstGeom prst="roundRect">
            <a:avLst>
              <a:gd name="adj" fmla="val 19884097"/>
            </a:avLst>
          </a:prstGeom>
          <a:solidFill>
            <a:srgbClr val="4950B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0193" y="2547461"/>
            <a:ext cx="206931" cy="2069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3749" y="2984421"/>
            <a:ext cx="1916192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Respect du RGPD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83749" y="3286006"/>
            <a:ext cx="3662005" cy="616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Aucune collecte de données personnelles sans consentement explicite. Données traitées localement, jamais stockées sur le kit.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10110192" y="2260163"/>
            <a:ext cx="3983712" cy="1803202"/>
          </a:xfrm>
          <a:prstGeom prst="roundRect">
            <a:avLst>
              <a:gd name="adj" fmla="val 35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271046" y="2421017"/>
            <a:ext cx="459819" cy="459819"/>
          </a:xfrm>
          <a:prstGeom prst="roundRect">
            <a:avLst>
              <a:gd name="adj" fmla="val 19884097"/>
            </a:avLst>
          </a:prstGeom>
          <a:solidFill>
            <a:srgbClr val="4950B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97490" y="2547461"/>
            <a:ext cx="206931" cy="20693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71046" y="2984421"/>
            <a:ext cx="1975128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Confidentialité Client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0271046" y="3286006"/>
            <a:ext cx="3662005" cy="616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Toute information accédée lors d'une intervention est strictement confidentielle. Non-divulgation obligatoire, même en contexte de formation.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22896" y="4166949"/>
            <a:ext cx="8071009" cy="1597700"/>
          </a:xfrm>
          <a:prstGeom prst="roundRect">
            <a:avLst>
              <a:gd name="adj" fmla="val 403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83749" y="4327803"/>
            <a:ext cx="459819" cy="459819"/>
          </a:xfrm>
          <a:prstGeom prst="roundRect">
            <a:avLst>
              <a:gd name="adj" fmla="val 19884097"/>
            </a:avLst>
          </a:prstGeom>
          <a:solidFill>
            <a:srgbClr val="4950B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0193" y="4454247"/>
            <a:ext cx="206931" cy="20693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83749" y="4891207"/>
            <a:ext cx="2093000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Cadre Légal des Outils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83749" y="5192792"/>
            <a:ext cx="7749302" cy="411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Certains outils (ex : NirSoft, Nmap) peuvent être considérés intrusifs. Leur usage est encadré par une autorisation écrite préalable du client.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22896" y="5881092"/>
            <a:ext cx="8071009" cy="722590"/>
          </a:xfrm>
          <a:prstGeom prst="roundRect">
            <a:avLst>
              <a:gd name="adj" fmla="val 8910"/>
            </a:avLst>
          </a:prstGeom>
          <a:solidFill>
            <a:srgbClr val="C7C9E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6129" y="6090761"/>
            <a:ext cx="191572" cy="15323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20934" y="6022896"/>
            <a:ext cx="7419737" cy="411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Règle d'or :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 technicien ne s'octroie jamais de droits qu'il n'a pas explicitement reçus. La charte d'utilisation doit être signée avant chaque mission.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2026-03-24T08:11:03Z</dcterms:created>
  <dcterms:modified xsi:type="dcterms:W3CDTF">2026-03-24T08:11:03Z</dcterms:modified>
</cp:coreProperties>
</file>